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Network Topology Mapper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Presentation</a:t>
            </a:r>
          </a:p>
          <a:p>
            <a:r>
              <a:t>Department of 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Automated Network Topology Mapper</a:t>
            </a:r>
          </a:p>
          <a:p>
            <a:pPr lvl="1"/>
            <a:r>
              <a:t>• Scans and maps devices in a local network</a:t>
            </a:r>
          </a:p>
          <a:p>
            <a:pPr lvl="1"/>
            <a:r>
              <a:t>• Identifies IP, MAC, open ports, and services</a:t>
            </a:r>
          </a:p>
          <a:p>
            <a:pPr lvl="1"/>
            <a:r>
              <a:t>• Provides visualization and security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Manual network monitoring is time-consuming</a:t>
            </a:r>
          </a:p>
          <a:p>
            <a:pPr lvl="1"/>
            <a:r>
              <a:t>• Difficult to track connected devices</a:t>
            </a:r>
          </a:p>
          <a:p>
            <a:pPr lvl="1"/>
            <a:r>
              <a:t>• Limited visibility into open ports &amp; risks</a:t>
            </a:r>
          </a:p>
          <a:p>
            <a:pPr lvl="1"/>
            <a:r>
              <a:t>• Need automated and user-friendly 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Discover active devices in network</a:t>
            </a:r>
          </a:p>
          <a:p>
            <a:pPr lvl="1"/>
            <a:r>
              <a:t>• Perform multi-layer port scanning</a:t>
            </a:r>
          </a:p>
          <a:p>
            <a:pPr lvl="1"/>
            <a:r>
              <a:t>• Detect MAC address and OS details</a:t>
            </a:r>
          </a:p>
          <a:p>
            <a:pPr lvl="1"/>
            <a:r>
              <a:t>• Provide downloadable scan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3.10+</a:t>
            </a:r>
          </a:p>
          <a:p>
            <a:pPr lvl="1"/>
            <a:r>
              <a:t>• Streamlit (Web Interface)</a:t>
            </a:r>
          </a:p>
          <a:p>
            <a:pPr lvl="1"/>
            <a:r>
              <a:t>• Socket &amp; Subprocess Libraries</a:t>
            </a:r>
          </a:p>
          <a:p>
            <a:pPr lvl="1"/>
            <a:r>
              <a:t>• Pandas (Data Processing)</a:t>
            </a:r>
          </a:p>
          <a:p>
            <a:pPr lvl="1"/>
            <a:r>
              <a:t>• Multi-threading (Concurrency)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User Interface Layer (Streamlit)</a:t>
            </a:r>
          </a:p>
          <a:p>
            <a:pPr lvl="1"/>
            <a:r>
              <a:t>• Validation &amp; Control Layer</a:t>
            </a:r>
          </a:p>
          <a:p>
            <a:pPr lvl="1"/>
            <a:r>
              <a:t>• Scanning Engine (Parallel Workers)</a:t>
            </a:r>
          </a:p>
          <a:p>
            <a:pPr lvl="1"/>
            <a:r>
              <a:t>• Output &amp; Export Layer (CSV Reports)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Layer 3 – ICMP Ping (Host Discovery)</a:t>
            </a:r>
          </a:p>
          <a:p>
            <a:pPr lvl="1"/>
            <a:r>
              <a:t>• Layer 4 – TCP Port Scanning</a:t>
            </a:r>
          </a:p>
          <a:p>
            <a:pPr lvl="1"/>
            <a:r>
              <a:t>• Layer 5 – Banner Grabbing</a:t>
            </a:r>
          </a:p>
          <a:p>
            <a:pPr lvl="1"/>
            <a:r>
              <a:t>• Layer 6 – Service &amp; OS Detection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Python 3.10 or higher</a:t>
            </a:r>
          </a:p>
          <a:p>
            <a:pPr lvl="1"/>
            <a:r>
              <a:t>• Streamlit</a:t>
            </a:r>
          </a:p>
          <a:p>
            <a:pPr lvl="1"/>
            <a:r>
              <a:t>• Pandas</a:t>
            </a:r>
          </a:p>
          <a:p>
            <a:pPr lvl="1"/>
            <a:r>
              <a:t>• Modern Web Browser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Minimum: Intel i3 / Ryzen 3</a:t>
            </a:r>
          </a:p>
          <a:p>
            <a:pPr lvl="1"/>
            <a:r>
              <a:t>• 4 GB RAM (8 GB Recommended)</a:t>
            </a:r>
          </a:p>
          <a:p>
            <a:pPr lvl="1"/>
            <a:r>
              <a:t>• 500 MB Storage</a:t>
            </a:r>
          </a:p>
          <a:p>
            <a:pPr lvl="1"/>
            <a:r>
              <a:t>• Active LAN Connection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Agile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Scrum Framework</a:t>
            </a:r>
          </a:p>
          <a:p>
            <a:pPr lvl="1"/>
            <a:r>
              <a:t>• 2-week Sprints</a:t>
            </a:r>
          </a:p>
          <a:p>
            <a:pPr lvl="1"/>
            <a:r>
              <a:t>• Sprint 1: Base Scanner</a:t>
            </a:r>
          </a:p>
          <a:p>
            <a:pPr lvl="1"/>
            <a:r>
              <a:t>• Sprint 2: Advanced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 Command: streamlit run app.py</a:t>
            </a:r>
          </a:p>
          <a:p>
            <a:pPr lvl="1"/>
            <a:r>
              <a:t>• Enter IP/CIDR Range</a:t>
            </a:r>
          </a:p>
          <a:p>
            <a:pPr lvl="1"/>
            <a:r>
              <a:t>• Select Scan Layers</a:t>
            </a:r>
          </a:p>
          <a:p>
            <a:pPr lvl="1"/>
            <a:r>
              <a:t>• Click 'Initiate Scan'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Discovered Devices Summary Table</a:t>
            </a:r>
          </a:p>
          <a:p>
            <a:pPr lvl="1"/>
            <a:r>
              <a:t>• Open Ports &amp; Risk Indicators</a:t>
            </a:r>
          </a:p>
          <a:p>
            <a:pPr lvl="1"/>
            <a:r>
              <a:t>• Real-time Scan Progress</a:t>
            </a:r>
          </a:p>
          <a:p>
            <a:pPr lvl="1"/>
            <a:r>
              <a:t>• CSV Report Download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Fast Parallel Scanning</a:t>
            </a:r>
          </a:p>
          <a:p>
            <a:pPr lvl="1"/>
            <a:r>
              <a:t>• User-friendly Web Interface</a:t>
            </a:r>
          </a:p>
          <a:p>
            <a:pPr lvl="1"/>
            <a:r>
              <a:t>• Cross-platform Support</a:t>
            </a:r>
          </a:p>
          <a:p>
            <a:pPr lvl="1"/>
            <a:r>
              <a:t>• Efficient Python-based Design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Network Topology Graph Visualization</a:t>
            </a:r>
          </a:p>
          <a:p>
            <a:pPr lvl="1"/>
            <a:r>
              <a:t>• Historical Scan Comparison</a:t>
            </a:r>
          </a:p>
          <a:p>
            <a:pPr lvl="1"/>
            <a:r>
              <a:t>• PDF Report Generation</a:t>
            </a:r>
          </a:p>
          <a:p>
            <a:pPr lvl="1"/>
            <a:r>
              <a:t>• Integration with Nmap API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Provides complete network visibility</a:t>
            </a:r>
          </a:p>
          <a:p>
            <a:pPr lvl="1"/>
            <a:r>
              <a:t>• Efficient and scalable solution</a:t>
            </a:r>
          </a:p>
          <a:p>
            <a:pPr lvl="1"/>
            <a:r>
              <a:t>• Helps identify vulnerabilities</a:t>
            </a:r>
          </a:p>
          <a:p>
            <a:pPr lvl="1"/>
            <a:r>
              <a:t>• Ideal for small &amp; medium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