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Network Topology Mapper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Continuous Internal Evaluation (CIE - II)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of 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Streamlit for Web Interface</a:t>
            </a:r>
          </a:p>
          <a:p>
            <a:pPr lvl="1"/>
            <a:r>
              <a:t>Python for Backend Development</a:t>
            </a:r>
          </a:p>
          <a:p>
            <a:pPr lvl="1"/>
            <a:r>
              <a:t>NetworkX for Topology Visualization</a:t>
            </a:r>
          </a:p>
          <a:p>
            <a:pPr lvl="1"/>
            <a:r>
              <a:t>ICMP &amp; TCP Probing for Device Discovery</a:t>
            </a:r>
          </a:p>
          <a:p>
            <a:pPr lvl="1"/>
            <a:r>
              <a:t>Pandas for Data Handling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 of Hardware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Router (Gateway Device)</a:t>
            </a:r>
          </a:p>
          <a:p>
            <a:pPr lvl="1"/>
            <a:r>
              <a:t>Switch (Network Distribution)</a:t>
            </a:r>
          </a:p>
          <a:p>
            <a:pPr lvl="1"/>
            <a:r>
              <a:t>Client Systems (PC/Laptop)</a:t>
            </a:r>
          </a:p>
          <a:p>
            <a:pPr lvl="1"/>
            <a:r>
              <a:t>Network Interface Cards (NIC)</a:t>
            </a:r>
          </a:p>
          <a:p>
            <a:pPr lvl="1"/>
            <a:r>
              <a:t>Local Area Network (LAN)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Details of Software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3.x</a:t>
            </a:r>
          </a:p>
          <a:p>
            <a:pPr lvl="1"/>
            <a:r>
              <a:t>Streamlit Framework</a:t>
            </a:r>
          </a:p>
          <a:p>
            <a:pPr lvl="1"/>
            <a:r>
              <a:t>NetworkX Library</a:t>
            </a:r>
          </a:p>
          <a:p>
            <a:pPr lvl="1"/>
            <a:r>
              <a:t>Matplotlib for Graph Visualization</a:t>
            </a:r>
          </a:p>
          <a:p>
            <a:pPr lvl="1"/>
            <a:r>
              <a:t>Windows Operating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Languages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(Core Development)</a:t>
            </a:r>
          </a:p>
          <a:p>
            <a:pPr lvl="1"/>
            <a:r>
              <a:t>HTML/CSS (UI Styling)</a:t>
            </a:r>
          </a:p>
          <a:p>
            <a:pPr lvl="1"/>
            <a:r>
              <a:t>Shell Commands for Network Scanning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Interface Module</a:t>
            </a:r>
          </a:p>
          <a:p>
            <a:pPr lvl="1"/>
            <a:r>
              <a:t>Network Scanning Module</a:t>
            </a:r>
          </a:p>
          <a:p>
            <a:pPr lvl="1"/>
            <a:r>
              <a:t>Device Detection Module</a:t>
            </a:r>
          </a:p>
          <a:p>
            <a:pPr lvl="1"/>
            <a:r>
              <a:t>Topology Mapping Module</a:t>
            </a:r>
          </a:p>
          <a:p>
            <a:pPr lvl="1"/>
            <a:r>
              <a:t>Report Generation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Scan Controller</a:t>
            </a:r>
          </a:p>
          <a:p>
            <a:pPr lvl="1"/>
            <a:r>
              <a:t>Scan Controller → Device Discovery</a:t>
            </a:r>
          </a:p>
          <a:p>
            <a:pPr lvl="1"/>
            <a:r>
              <a:t>Device Discovery → Data Processing</a:t>
            </a:r>
          </a:p>
          <a:p>
            <a:pPr lvl="1"/>
            <a:r>
              <a:t>Data Processing → Topology Visualization</a:t>
            </a:r>
          </a:p>
          <a:p>
            <a:pPr lvl="1"/>
            <a:r>
              <a:t>Output → Dashboard &amp;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Construction / Development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Analysis</a:t>
            </a:r>
          </a:p>
          <a:p>
            <a:pPr lvl="1"/>
            <a:r>
              <a:t>Agile Development Approach</a:t>
            </a:r>
          </a:p>
          <a:p>
            <a:pPr lvl="1"/>
            <a:r>
              <a:t>Iterative Module Implementation</a:t>
            </a:r>
          </a:p>
          <a:p>
            <a:pPr lvl="1"/>
            <a:r>
              <a:t>Testing &amp; Debugging</a:t>
            </a:r>
          </a:p>
          <a:p>
            <a:pPr lvl="1"/>
            <a:r>
              <a:t>Final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Project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&amp; Read-Only Network Scanning</a:t>
            </a:r>
          </a:p>
          <a:p>
            <a:pPr lvl="1"/>
            <a:r>
              <a:t>Real-Time Topology Visualization</a:t>
            </a:r>
          </a:p>
          <a:p>
            <a:pPr lvl="1"/>
            <a:r>
              <a:t>Scalable for Small &amp; Medium Networks</a:t>
            </a:r>
          </a:p>
          <a:p>
            <a:pPr lvl="1"/>
            <a:r>
              <a:t>User-Friendly Dashboard Interface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Automates Network Discovery</a:t>
            </a:r>
          </a:p>
          <a:p>
            <a:pPr lvl="1"/>
            <a:r>
              <a:t>Visualizes Network Structure Efficiently</a:t>
            </a:r>
          </a:p>
          <a:p>
            <a:pPr lvl="1"/>
            <a:r>
              <a:t>Improves Network Monitoring</a:t>
            </a:r>
          </a:p>
          <a:p>
            <a:pPr lvl="1"/>
            <a:r>
              <a:t>Reduces Manual Configuration Effort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