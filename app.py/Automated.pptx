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BGS POLYTECHNIC</a:t>
            </a:r>
          </a:p>
          <a:p>
            <a:r>
              <a:t>Department of Computer Science and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Capstone Project</a:t>
            </a:r>
          </a:p>
          <a:p>
            <a:r>
              <a:t>Automated Network Topology Mapper</a:t>
            </a:r>
          </a:p>
          <a:p>
            <a:r>
              <a:t>CIE – II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 &amp; Mentors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Members:</a:t>
            </a:r>
          </a:p>
          <a:p>
            <a:pPr lvl="1"/>
            <a:r>
              <a:t>Prajwal Gowda M</a:t>
            </a:r>
          </a:p>
          <a:p>
            <a:pPr lvl="1"/>
            <a:r>
              <a:t>Rishith Gowda B M</a:t>
            </a:r>
          </a:p>
          <a:p>
            <a:pPr lvl="1"/>
            <a:r>
              <a:t>Manoj Gowda H S</a:t>
            </a:r>
          </a:p>
          <a:p>
            <a:pPr lvl="1"/>
            <a:r>
              <a:t>Mentor: Adithya M</a:t>
            </a:r>
          </a:p>
          <a:p>
            <a:pPr lvl="1"/>
            <a:r>
              <a:t>Cohort Owner: Muralidhara B.V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Python-based Technology Stack</a:t>
            </a:r>
          </a:p>
          <a:p>
            <a:pPr lvl="1"/>
            <a:r>
              <a:t>Streamlit – Web Dashboard Interface</a:t>
            </a:r>
          </a:p>
          <a:p>
            <a:pPr lvl="1"/>
            <a:r>
              <a:t>NetworkX – Topology Graph Generation</a:t>
            </a:r>
          </a:p>
          <a:p>
            <a:pPr lvl="1"/>
            <a:r>
              <a:t>ICMP &amp; TCP Probing – Device Discovery</a:t>
            </a:r>
          </a:p>
          <a:p>
            <a:pPr lvl="1"/>
            <a:r>
              <a:t>Pandas – Data Processing &amp;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&amp;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Minimum: Intel i3 / Ryzen 3, 4GB RAM</a:t>
            </a:r>
          </a:p>
          <a:p>
            <a:pPr lvl="1"/>
            <a:r>
              <a:t>Recommended: Intel i5 / Ryzen 5, 8GB RAM</a:t>
            </a:r>
          </a:p>
          <a:p>
            <a:pPr lvl="1"/>
            <a:r>
              <a:t>Python 3.10+, Streamlit, pip</a:t>
            </a:r>
          </a:p>
          <a:p>
            <a:pPr lvl="1"/>
            <a:r>
              <a:t>Active LAN with Router (Valid Subnet)</a:t>
            </a:r>
          </a:p>
          <a:p>
            <a:pPr lvl="1"/>
            <a:r>
              <a:t>Modern Web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Platform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– Full Support (ping -n 1, arp -a)</a:t>
            </a:r>
          </a:p>
          <a:p>
            <a:pPr lvl="1"/>
            <a:r>
              <a:t>Linux – Full Support (ping -c 1, arp -n)</a:t>
            </a:r>
          </a:p>
          <a:p>
            <a:pPr lvl="1"/>
            <a:r>
              <a:t>macOS – Partial Support (sudo for MAC lookup)</a:t>
            </a:r>
          </a:p>
          <a:p>
            <a:pPr lvl="1"/>
            <a:r>
              <a:t>Browser-based Interface – No Client Install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Python? (Alternative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60–70% Faster Development Compared to Java/C++</a:t>
            </a:r>
          </a:p>
          <a:p>
            <a:pPr lvl="1"/>
            <a:r>
              <a:t>Rich Built-in Networking Libraries</a:t>
            </a:r>
          </a:p>
          <a:p>
            <a:pPr lvl="1"/>
            <a:r>
              <a:t>Seamless Streamlit UI Integration</a:t>
            </a:r>
          </a:p>
          <a:p>
            <a:pPr lvl="1"/>
            <a:r>
              <a:t>Better Threading &amp; Rapid Prototyping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(Component Diagram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Layer – CIDR Input &amp; Controls</a:t>
            </a:r>
          </a:p>
          <a:p>
            <a:pPr lvl="1"/>
            <a:r>
              <a:t>Validation &amp; Control Layer – Input Verification</a:t>
            </a:r>
          </a:p>
          <a:p>
            <a:pPr lvl="1"/>
            <a:r>
              <a:t>Scanning Engine – Parallel Device Discovery</a:t>
            </a:r>
          </a:p>
          <a:p>
            <a:pPr lvl="1"/>
            <a:r>
              <a:t>Topology Engine – Graph Mapping using NetworkX</a:t>
            </a:r>
          </a:p>
          <a:p>
            <a:pPr lvl="1"/>
            <a:r>
              <a:t>Output Layer – Dashboard &amp;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(DFD Level 0 &amp;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 Entities: User, Local Network, OS</a:t>
            </a:r>
          </a:p>
          <a:p>
            <a:pPr lvl="1"/>
            <a:r>
              <a:t>Processes: IP Validation, Host Discovery, Port Scan</a:t>
            </a:r>
          </a:p>
          <a:p>
            <a:pPr lvl="1"/>
            <a:r>
              <a:t>MAC Resolution &amp; Service Detection</a:t>
            </a:r>
          </a:p>
          <a:p>
            <a:pPr lvl="1"/>
            <a:r>
              <a:t>Topology Graph Generation</a:t>
            </a:r>
          </a:p>
          <a:p>
            <a:pPr lvl="1"/>
            <a:r>
              <a:t>Data Store: Session State &amp; Scan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Methodology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Framework: Agile Scrum (2-week Sprints)</a:t>
            </a:r>
          </a:p>
          <a:p>
            <a:pPr lvl="1"/>
            <a:r>
              <a:t>Product Owner – Prioritizes Features</a:t>
            </a:r>
          </a:p>
          <a:p>
            <a:pPr lvl="1"/>
            <a:r>
              <a:t>Development Team – Core Implementation</a:t>
            </a:r>
          </a:p>
          <a:p>
            <a:pPr lvl="1"/>
            <a:r>
              <a:t>Scrum Master – Removes Blockers</a:t>
            </a:r>
          </a:p>
          <a:p>
            <a:pPr lvl="1"/>
            <a:r>
              <a:t>10-Week Development 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Framework &amp; Sprint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1 – Base Scanner Development</a:t>
            </a:r>
          </a:p>
          <a:p>
            <a:pPr lvl="1"/>
            <a:r>
              <a:t>ICMP Ping, ARP Lookup, Basic Port Scan</a:t>
            </a:r>
          </a:p>
          <a:p>
            <a:pPr lvl="1"/>
            <a:r>
              <a:t>Sprint 2 – Advanced Features</a:t>
            </a:r>
          </a:p>
          <a:p>
            <a:pPr lvl="1"/>
            <a:r>
              <a:t>Deep Port Scan (1–1024)</a:t>
            </a:r>
          </a:p>
          <a:p>
            <a:pPr lvl="1"/>
            <a:r>
              <a:t>Risk Detection &amp; UI Enhancement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Construction &amp; Fabrication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Multi-threaded Scanning Engine</a:t>
            </a:r>
          </a:p>
          <a:p>
            <a:pPr lvl="1"/>
            <a:r>
              <a:t>UI: Custom CSS Theming in Streamlit</a:t>
            </a:r>
          </a:p>
          <a:p>
            <a:pPr lvl="1"/>
            <a:r>
              <a:t>Debugging &amp; Error Handling Optimization</a:t>
            </a:r>
          </a:p>
          <a:p>
            <a:pPr lvl="1"/>
            <a:r>
              <a:t>Performance Tuning &amp; Result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streamlit run app.py</a:t>
            </a:r>
          </a:p>
          <a:p>
            <a:pPr lvl="1"/>
            <a:r>
              <a:t>Enter Target CIDR Range</a:t>
            </a:r>
          </a:p>
          <a:p>
            <a:pPr lvl="1"/>
            <a:r>
              <a:t>Select Scan Options</a:t>
            </a:r>
          </a:p>
          <a:p>
            <a:pPr lvl="1"/>
            <a:r>
              <a:t>Click 'Start Scan'</a:t>
            </a:r>
          </a:p>
          <a:p>
            <a:pPr lvl="1"/>
            <a:r>
              <a:t>View Discovered Devices &amp; Topology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Automated Network Discovery</a:t>
            </a:r>
          </a:p>
          <a:p>
            <a:pPr lvl="1"/>
            <a:r>
              <a:t>Generates Real-time Topology Maps</a:t>
            </a:r>
          </a:p>
          <a:p>
            <a:pPr lvl="1"/>
            <a:r>
              <a:t>Improves Network Visibility &amp; Monitoring</a:t>
            </a:r>
          </a:p>
          <a:p>
            <a:pPr lvl="1"/>
            <a:r>
              <a:t>Future Scope: Historical Scan Comparison</a:t>
            </a:r>
          </a:p>
          <a:p>
            <a:pPr lvl="1"/>
            <a:r>
              <a:t>PDF Reports &amp; 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